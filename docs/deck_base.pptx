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33"/>
  </p:notesMasterIdLst>
  <p:sldIdLst/>
  <p:sldSz cx="9144000" cy="5143500" type="screen16x9"/>
  <p:notesSz cx="6858000" cy="9144000"/>
  <p:embeddedFontLst>
    <p:embeddedFont>
      <p:font typeface="Oswald" pitchFamily="2" charset="77"/>
      <p:regular r:id="rId34"/>
      <p:bold r:id="rId35"/>
    </p:embeddedFont>
    <p:embeddedFont>
      <p:font typeface="Source Code Pro" panose="020B0509030403020204" pitchFamily="49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1B597B-DB9A-4BB6-B02E-52FB25035AD1}">
  <a:tblStyle styleId="{021B597B-DB9A-4BB6-B02E-52FB25035AD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>
      <p:cViewPr varScale="1">
        <p:scale>
          <a:sx n="162" d="100"/>
          <a:sy n="162" d="100"/>
        </p:scale>
        <p:origin x="20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106" name="Google Shape;106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2411</Words>
  <Application>Microsoft Macintosh PowerPoint</Application>
  <PresentationFormat>On-screen Show (16:9)</PresentationFormat>
  <Paragraphs>227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Source Code Pro</vt:lpstr>
      <vt:lpstr>Courier New</vt:lpstr>
      <vt:lpstr>Oswald</vt:lpstr>
      <vt:lpstr>Arial</vt:lpstr>
      <vt:lpstr>Times New Roman</vt:lpstr>
      <vt:lpstr>Modern Writer</vt:lpstr>
      <vt:lpstr>Modern Writer</vt:lpstr>
      <vt:lpstr>CPE 503 PRESENTATION  ON  Development of an mHealth System to Improve Antenatal Care </vt:lpstr>
      <vt:lpstr>Presentation Outline</vt:lpstr>
      <vt:lpstr>INTRODUCTION</vt:lpstr>
      <vt:lpstr>INTRODUCTION(CONT’D)</vt:lpstr>
      <vt:lpstr>LITERATURE REVIEW TABLE</vt:lpstr>
      <vt:lpstr>LITERATURE REVIEW TABLE</vt:lpstr>
      <vt:lpstr>LITERATURE REVIEW TABLE</vt:lpstr>
      <vt:lpstr>LITERATURE REVIEW TABLE</vt:lpstr>
      <vt:lpstr>STATEMENT OF PROBLEMS</vt:lpstr>
      <vt:lpstr>AIM AND OBJECTIVES </vt:lpstr>
      <vt:lpstr>METHODOLOGY</vt:lpstr>
      <vt:lpstr>JUSTIFICATION</vt:lpstr>
      <vt:lpstr>SCOPE OF THE PROJECT</vt:lpstr>
      <vt:lpstr>Work Done</vt:lpstr>
      <vt:lpstr>Work Done</vt:lpstr>
      <vt:lpstr>Work Done: Design Specification</vt:lpstr>
      <vt:lpstr>Design Specification(Contd.)</vt:lpstr>
      <vt:lpstr>Design Specification(Contd.)</vt:lpstr>
      <vt:lpstr>Design Specification(Contd.)</vt:lpstr>
      <vt:lpstr>Design Specification(Condt.)</vt:lpstr>
      <vt:lpstr>Design Specification(Condt.)</vt:lpstr>
      <vt:lpstr>Activity Diagram</vt:lpstr>
      <vt:lpstr>Class Diagram</vt:lpstr>
      <vt:lpstr>Work Left Undone</vt:lpstr>
      <vt:lpstr>EXPECTED CONTRIBUTION TO KNOWLEDGE</vt:lpstr>
      <vt:lpstr>CONCLUSION</vt:lpstr>
      <vt:lpstr>REFERENCES</vt:lpstr>
      <vt:lpstr>REFERENCES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 503 PRESENTATION  ON  Development of an mHealth System to Improve Antenatal Care </dc:title>
  <cp:lastModifiedBy>Ishaya Peni Gambo</cp:lastModifiedBy>
  <cp:revision>11</cp:revision>
  <dcterms:modified xsi:type="dcterms:W3CDTF">2023-03-23T10:20:03Z</dcterms:modified>
</cp:coreProperties>
</file>